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41E7C-A23E-5485-B880-4968D151E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P01R01_BD_FJRL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573E89-14E2-D3E3-AA45-B637DF741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Base de datos </a:t>
            </a:r>
            <a:r>
              <a:rPr lang="es-MX" dirty="0" err="1"/>
              <a:t>sql</a:t>
            </a:r>
            <a:r>
              <a:rPr lang="es-MX" dirty="0"/>
              <a:t> server</a:t>
            </a:r>
          </a:p>
          <a:p>
            <a:r>
              <a:rPr lang="es-MX" dirty="0"/>
              <a:t>Francisco Javier rosado Lara</a:t>
            </a:r>
          </a:p>
        </p:txBody>
      </p:sp>
    </p:spTree>
    <p:extLst>
      <p:ext uri="{BB962C8B-B14F-4D97-AF65-F5344CB8AC3E}">
        <p14:creationId xmlns:p14="http://schemas.microsoft.com/office/powerpoint/2010/main" val="134027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9D66B-F99D-ED44-1FF3-AB5EADE82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la base de datos.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3CBC74C-85A6-C22F-E66D-62CB2B41E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070" y="2052638"/>
            <a:ext cx="6275635" cy="4195762"/>
          </a:xfrm>
        </p:spPr>
      </p:pic>
    </p:spTree>
    <p:extLst>
      <p:ext uri="{BB962C8B-B14F-4D97-AF65-F5344CB8AC3E}">
        <p14:creationId xmlns:p14="http://schemas.microsoft.com/office/powerpoint/2010/main" val="342669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99142-B770-CBD1-791B-3A7A3E84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tablas.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893FAF5-DC5A-9125-45F2-AF27E1DE5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493" y="2052638"/>
            <a:ext cx="7004790" cy="4195762"/>
          </a:xfrm>
        </p:spPr>
      </p:pic>
    </p:spTree>
    <p:extLst>
      <p:ext uri="{BB962C8B-B14F-4D97-AF65-F5344CB8AC3E}">
        <p14:creationId xmlns:p14="http://schemas.microsoft.com/office/powerpoint/2010/main" val="353570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DD131-BB31-F0CE-9EB3-ED563B332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Carga inicial.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F7E2B01-BF85-FD3B-413A-298B97A5A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9595" y="2069016"/>
            <a:ext cx="4734586" cy="4163006"/>
          </a:xfrm>
        </p:spPr>
      </p:pic>
    </p:spTree>
    <p:extLst>
      <p:ext uri="{BB962C8B-B14F-4D97-AF65-F5344CB8AC3E}">
        <p14:creationId xmlns:p14="http://schemas.microsoft.com/office/powerpoint/2010/main" val="304947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A924E-2116-4949-31B1-8BC9255D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vistas.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2831FB9-0761-92F2-FB87-EEFCEEA3B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7357" y="2052638"/>
            <a:ext cx="4139062" cy="4195762"/>
          </a:xfrm>
        </p:spPr>
      </p:pic>
    </p:spTree>
    <p:extLst>
      <p:ext uri="{BB962C8B-B14F-4D97-AF65-F5344CB8AC3E}">
        <p14:creationId xmlns:p14="http://schemas.microsoft.com/office/powerpoint/2010/main" val="418100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F1E2A-6575-8C24-9CB5-BFF60A2F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SP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C2460EA-CC74-536B-D789-6BA44973C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4763" y="2052638"/>
            <a:ext cx="4684250" cy="4195762"/>
          </a:xfrm>
        </p:spPr>
      </p:pic>
    </p:spTree>
    <p:extLst>
      <p:ext uri="{BB962C8B-B14F-4D97-AF65-F5344CB8AC3E}">
        <p14:creationId xmlns:p14="http://schemas.microsoft.com/office/powerpoint/2010/main" val="187985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FDFEB-7222-0FE3-B1F0-D18ABA40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</a:t>
            </a:r>
            <a:r>
              <a:rPr lang="es-MX" dirty="0" err="1"/>
              <a:t>triggers</a:t>
            </a:r>
            <a:r>
              <a:rPr lang="es-MX" dirty="0"/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2669AB7-DB1E-CAC0-8C33-A7BA4E2D8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5784" y="2052638"/>
            <a:ext cx="3862208" cy="4195762"/>
          </a:xfrm>
        </p:spPr>
      </p:pic>
    </p:spTree>
    <p:extLst>
      <p:ext uri="{BB962C8B-B14F-4D97-AF65-F5344CB8AC3E}">
        <p14:creationId xmlns:p14="http://schemas.microsoft.com/office/powerpoint/2010/main" val="294975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B8C95-17F5-79EC-BFCA-C46F8BE0F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Jobs.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B3A22B5-646F-B6AD-A9AC-CC43F65BF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456" y="2052638"/>
            <a:ext cx="5684863" cy="4195762"/>
          </a:xfrm>
        </p:spPr>
      </p:pic>
    </p:spTree>
    <p:extLst>
      <p:ext uri="{BB962C8B-B14F-4D97-AF65-F5344CB8AC3E}">
        <p14:creationId xmlns:p14="http://schemas.microsoft.com/office/powerpoint/2010/main" val="4083645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84599-6169-0F63-4F0C-DADA7F09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Contingencia para Jobs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4F5D31-4B49-5995-3515-2E4D0472A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0849" y="2052638"/>
            <a:ext cx="5652077" cy="4195762"/>
          </a:xfrm>
        </p:spPr>
      </p:pic>
    </p:spTree>
    <p:extLst>
      <p:ext uri="{BB962C8B-B14F-4D97-AF65-F5344CB8AC3E}">
        <p14:creationId xmlns:p14="http://schemas.microsoft.com/office/powerpoint/2010/main" val="330075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8F9A1-D6C8-40C8-0E14-BF73C701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Contingencia de </a:t>
            </a:r>
            <a:r>
              <a:rPr lang="es-MX" dirty="0" err="1"/>
              <a:t>Triggers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AFDC712-F034-E55E-B10C-765E8F92E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5269" y="2052638"/>
            <a:ext cx="5403238" cy="4195762"/>
          </a:xfrm>
        </p:spPr>
      </p:pic>
    </p:spTree>
    <p:extLst>
      <p:ext uri="{BB962C8B-B14F-4D97-AF65-F5344CB8AC3E}">
        <p14:creationId xmlns:p14="http://schemas.microsoft.com/office/powerpoint/2010/main" val="523147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1AF4E-77AE-D8AF-3925-48C84AB6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Contingencia de SP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83DC24C-FBA3-535B-2F79-9422FA2B1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490" y="2052638"/>
            <a:ext cx="7132795" cy="4195762"/>
          </a:xfrm>
        </p:spPr>
      </p:pic>
    </p:spTree>
    <p:extLst>
      <p:ext uri="{BB962C8B-B14F-4D97-AF65-F5344CB8AC3E}">
        <p14:creationId xmlns:p14="http://schemas.microsoft.com/office/powerpoint/2010/main" val="2440475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4A2A1-02AB-B0B4-DCF8-864D6800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Contingencia de vistas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087F67-7AAE-1596-8A3A-BC9479BF5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4198" y="2052638"/>
            <a:ext cx="7205380" cy="4195762"/>
          </a:xfrm>
        </p:spPr>
      </p:pic>
    </p:spTree>
    <p:extLst>
      <p:ext uri="{BB962C8B-B14F-4D97-AF65-F5344CB8AC3E}">
        <p14:creationId xmlns:p14="http://schemas.microsoft.com/office/powerpoint/2010/main" val="769843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51559-2F33-78F1-0594-281B4670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Contingencia de carga inicial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427CE6A-0E57-5D26-6291-A3F77F7D7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735" y="2052638"/>
            <a:ext cx="6658305" cy="4195762"/>
          </a:xfrm>
        </p:spPr>
      </p:pic>
    </p:spTree>
    <p:extLst>
      <p:ext uri="{BB962C8B-B14F-4D97-AF65-F5344CB8AC3E}">
        <p14:creationId xmlns:p14="http://schemas.microsoft.com/office/powerpoint/2010/main" val="657015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2AF36-AEBC-14D7-7F3E-2E0C0B8C9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Contingencia de creación de tablas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1634697-B29B-A7D3-5728-4FB901018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297" y="2052638"/>
            <a:ext cx="6911181" cy="4195762"/>
          </a:xfrm>
        </p:spPr>
      </p:pic>
    </p:spTree>
    <p:extLst>
      <p:ext uri="{BB962C8B-B14F-4D97-AF65-F5344CB8AC3E}">
        <p14:creationId xmlns:p14="http://schemas.microsoft.com/office/powerpoint/2010/main" val="1578676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FA2F0-3CF8-7094-97B8-0F99F4B0D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Contingencia de base de datos.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FE755AE-EDC4-A7DD-5F8F-202E75658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4529" y="2052638"/>
            <a:ext cx="5664718" cy="4195762"/>
          </a:xfrm>
        </p:spPr>
      </p:pic>
    </p:spTree>
    <p:extLst>
      <p:ext uri="{BB962C8B-B14F-4D97-AF65-F5344CB8AC3E}">
        <p14:creationId xmlns:p14="http://schemas.microsoft.com/office/powerpoint/2010/main" val="3098467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</TotalTime>
  <Words>70</Words>
  <Application>Microsoft Office PowerPoint</Application>
  <PresentationFormat>Panorámica</PresentationFormat>
  <Paragraphs>17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P01R01_BD_FJRL</vt:lpstr>
      <vt:lpstr>Creación de la base de datos.</vt:lpstr>
      <vt:lpstr>Creación de tablas.</vt:lpstr>
      <vt:lpstr>Carga inicial.</vt:lpstr>
      <vt:lpstr>Creación de vistas.</vt:lpstr>
      <vt:lpstr>Creación de SP</vt:lpstr>
      <vt:lpstr>Creación de triggers.</vt:lpstr>
      <vt:lpstr>Creación de Jobs.</vt:lpstr>
      <vt:lpstr>Contingencia para Jobs</vt:lpstr>
      <vt:lpstr>Contingencia de Triggers</vt:lpstr>
      <vt:lpstr>Contingencia de SP</vt:lpstr>
      <vt:lpstr>Contingencia de vistas</vt:lpstr>
      <vt:lpstr>Contingencia de carga inicial</vt:lpstr>
      <vt:lpstr>Contingencia de creación de tablas</vt:lpstr>
      <vt:lpstr>Contingencia de base de datos.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Rosado</dc:creator>
  <cp:lastModifiedBy>Francisco Rosado</cp:lastModifiedBy>
  <cp:revision>1</cp:revision>
  <dcterms:created xsi:type="dcterms:W3CDTF">2026-08-14T00:11:00Z</dcterms:created>
  <dcterms:modified xsi:type="dcterms:W3CDTF">2026-08-14T00:40:57Z</dcterms:modified>
</cp:coreProperties>
</file>